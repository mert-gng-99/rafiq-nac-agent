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31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0331F"/>
                </a:solidFill>
                <a:latin typeface="Calibri"/>
              </a:rPr>
              <a:t>Our model of minutes to reach a missing member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1B5E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033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5E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2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Guide with a phone list</c:v>
                  </c:pt>
                  <c:pt idx="1">
                    <c:v>Guide with Rafiq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033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Rafiq means companion. Say the name, then go straight to the crowd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failures. The lost person cannot ask for help, and the guide cannot see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firsts are the pitch. Acting early, and proof of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hardest technical question before a judge asks it. Do not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is the part nobody else will have. Predicting the split instead of chasing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Roaming status is now a set up check, not a core signal. That change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Consent ending with the trip is a strong line for any city or religious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and after. Point at line two, the early warning, as the real new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out loud that this is a model. Then offer to walk through the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the weak points on purpose builds more trust than hiding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 pack is the go to market. Repeat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line and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B5E3A">
              <a:alpha val="55000"/>
            </a:srgbClr>
          </a:solidFill>
          <a:ln w="12700">
            <a:solidFill>
              <a:srgbClr val="1B5E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922B">
              <a:alpha val="30000"/>
            </a:srgbClr>
          </a:solidFill>
          <a:ln w="12700">
            <a:solidFill>
              <a:srgbClr val="C992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IGNITE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Rafiq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CF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keeps large pilgrim groups together, running on the local SIM the operator already sells them.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6035040" cy="566928"/>
          </a:xfrm>
          <a:prstGeom prst="roundRect">
            <a:avLst>
              <a:gd name="adj" fmla="val 48387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  Tourism, Pilgrimage and Cultural Experience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GSMA Open Gateway CAMARA APIs and Nokia Network as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crowd of one million, one lost person is invisible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come from abroad for Hajj in one season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64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724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to 50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8724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pilgrims often share a single group guide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292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152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proof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5152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that a warning message reached a phone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502152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429000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pilgrims are old, tired and far from home. Many do not speak the local language.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4160520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087368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is missing, the guide calls again and again. Nobody knows if the phone is off, out of battery, out of signal or simply not heard in the noise.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818888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745736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apps ask the lost person to open an app and press a button. A scared person in a heavy crowd will not do that.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5477256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404104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work with a paper list and a phone. They learn about a problem long after it started.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Rafiq watches the group through the network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who left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zone follows the group. The agent learns at once when a line leaves it. Nobody has to open an app.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467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444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what is possible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467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sends anything, the agent asks the network if that line can still receive a message.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895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872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warns before the split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895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next stop is a very busy cell, the agent tells the guide to tighten the group before they walk 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10972800" cy="1417320"/>
          </a:xfrm>
          <a:prstGeom prst="roundRect">
            <a:avLst>
              <a:gd name="adj" fmla="val 7742"/>
            </a:avLst>
          </a:prstGeom>
          <a:solidFill>
            <a:srgbClr val="10331F"/>
          </a:solidFill>
          <a:ln w="12700">
            <a:solidFill>
              <a:srgbClr val="1033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69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for the judges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389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Rafiq is the first group safety tool that acts before anyone is reported missing, and the first one that can prove whether a warning actually arrived.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layer is built only with the tools listed in the official Resource and Tooling Guide.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CLEAN ACCESS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SIM pack solves consent and roaming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pilgrim lands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already hand out a local SIM or eSIM pack for the trip. We ride on that habit.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5468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1363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consent at hand 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4107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pilgrim agrees once, in their own language, that the guide may see their zone during the trip.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452628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5079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every API works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7823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sits on the local network, not on roaming, so location and geofencing work normally.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202082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9672" y="2441448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location APIs need the consent of the line owner and work best on the home network. A foreign SIM on roaming is the weak spot of Open Gateway today. We do not hide from it. We remove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261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242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wins too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9672" y="4681728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operator sells the SIM pack and the safety service together, so it has a real reason to bring us to every pilgrimage agency in the country.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decides, step by step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 starts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 opens the day plan. The agent sets a safe zone that moves with the group.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0896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09067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ahead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36499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how busy the next area is. A busy cell means a high risk of a split, so it warns the guide early.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443484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4165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leaves the zone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69087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alarm yet. First the agent asks the network if that line can be reached at all.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22008" y="176479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is silent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2008" y="203911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Off, empty battery or no signal. The level goes up and the guide gets the last known point.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10896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2008" y="309067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answers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22008" y="336499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 message in the right language, then the agent checks the direction of movement again.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22008" y="441655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 needs to see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22008" y="469087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books extra network quality so the video call holds inside the crowd.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3492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picks its next check from what it just learned. It never runs one fixed list, so it stays fast and cheap.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 ON NOKIA NETWORK AS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network signals, one decision maker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subscription per line and area, created with the consent given at sign up.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757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7360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0337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Retrieval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7360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 known point for the guide, used only while a case is open.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078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681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658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Reachability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681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if a message can arrive before the agent sends 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6399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002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979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Insights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2002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how busy an area is, so the agent can warn before a split.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3959352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on Demand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039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stable video and voice for the guide inside a heavy crowd.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1757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73602" y="3959352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0337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Verification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67360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line to a group with no SMS code, in seconds.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4078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6812" y="3959352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658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Verification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9681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yes or no question about a place, with no full track.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6399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0022" y="3959352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4979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Roaming Status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32002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pilgrim still on a foreign SIM, so the guide can fix it early.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9436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are wired in the working prototype. 7 scenarios, all reaching the outcome they claim, at 67.9% less than calling every check.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thin app, a thinking agent, a trusted network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and group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952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screen for the guide and a plain message for each pilgrim.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04388" y="2647188"/>
            <a:ext cx="274320" cy="237744"/>
          </a:xfrm>
          <a:prstGeom prst="rightArrow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3572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6452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Rafiq agent core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98164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day plan, the risk level and the memory of every open case.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2647188"/>
            <a:ext cx="274320" cy="237744"/>
          </a:xfrm>
          <a:prstGeom prst="rightArrow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Network as Code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37376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quotas, consent tokens and the simulator numbers for the demo.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82812" y="2647188"/>
            <a:ext cx="274320" cy="237744"/>
          </a:xfrm>
          <a:prstGeom prst="rightArrow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11996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4876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76588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Geofencing, location, reachability, congestion and quality.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0682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alert levels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039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quiet check to a full search. The agent moves up only when a real signal says so.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5864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4672" y="430682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444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stays with the trip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1467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ends the day the trip ends. No signal is read outside an open case.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2292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8952" y="430682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872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demo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7895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numbers from the Nokia portal drive the whole flow with no real SIM cards.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tools wait for the lost person. Rafiq does not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safety today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587752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2514600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must open an app and press a button.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300984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227832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warning goes to everybody, so people stop reading.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014216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3941064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 learns about the problem at the end of the day.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727448"/>
            <a:ext cx="201168" cy="201168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654296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that a message reached the phone.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0331F"/>
          </a:solidFill>
          <a:ln w="12700">
            <a:solidFill>
              <a:srgbClr val="1033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safety with Rafiq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0" y="2587752"/>
            <a:ext cx="182880" cy="182880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514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tells the agent, so the phone stays in a pocket.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3300984"/>
            <a:ext cx="182880" cy="182880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3227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warns about a risky area before the group enters it.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0" y="4014216"/>
            <a:ext cx="182880" cy="182880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94106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 sees the case in the first minute, not at night.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727448"/>
            <a:ext cx="182880" cy="182880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46542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lines turn into the first search list for the team.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help for the people who need it most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05472" y="202082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20025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families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05472" y="24414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 parent is found in minutes, not after a long and frightening search.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31546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05472" y="339242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3374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205472" y="38130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incidents, clear records and a real reason to pick that agency.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49440" y="45262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05472" y="476402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47457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region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205472" y="51846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fits stadiums, festivals, school trips and city events.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9436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own model, not measured data. We show the assumptions behind it in the demo.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hard questions, answered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5740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377440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APIs are weak for a foreign SIM. We answer that with the local SIM pack at arrival, and the agent flags anyone still on a foreign 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1874520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6812" y="205740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privacy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6812" y="2377440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consent at sign up, in the pilgrim language. Access ends with the trip. Full points are read only while a case is open.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547872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7307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4050792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location is not metres. That is fine, because the agent gives a search area and a direction, not a pin. The guide does the last part.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547872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6812" y="37307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battery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6812" y="4050792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line is not a failure of the product. It is our strongest signal, and it moves that person to the top of the search list.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fee per pilgrim, sold with the SIM pack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Pilgrimage agencies pay a small fee for each traveller for each trip. Safety is already part of what they sell.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467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444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reach them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467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operator adds Rafiq to the pilgrim SIM pack, earns from every API call and opens the door for us.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EFF3EF"/>
          </a:solidFill>
          <a:ln w="12700">
            <a:solidFill>
              <a:srgbClr val="EFF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8952" y="1975104"/>
            <a:ext cx="310896" cy="310896"/>
          </a:xfrm>
          <a:prstGeom prst="ellipse">
            <a:avLst/>
          </a:prstGeom>
          <a:solidFill>
            <a:srgbClr val="C9922B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872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markets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895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Stadiums, festivals, school trips, city marathons and large fairs need the very same agent.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3977640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959352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of the prototype phase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233672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sign up, consent flow, geofencing and reachability on Nokia simulator numbers.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4690872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72584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946904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alert ladder, location retrieval, the early warning from congestion and the quality booking.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" y="5404104"/>
            <a:ext cx="457200" cy="457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385816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hackathon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660136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with a Turkish Umrah agency, then one Gulf agency, with an operator partner.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1B5E3A">
              <a:alpha val="50000"/>
            </a:srgbClr>
          </a:solidFill>
          <a:ln w="12700">
            <a:solidFill>
              <a:srgbClr val="1B5E3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should be lost in the middle of the biggest day of their life.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reads the network, warns before the group splits and puts the guide next to the right person.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Rafiq</dc:title>
  <dc:subject>PptxGenJS Presentation</dc:subject>
  <dc:creator>Mert Gungor</dc:creator>
  <cp:lastModifiedBy>Mert Gungor</cp:lastModifiedBy>
  <cp:revision>1</cp:revision>
  <dcterms:created xsi:type="dcterms:W3CDTF">2026-08-23T14:36:34Z</dcterms:created>
  <dcterms:modified xsi:type="dcterms:W3CDTF">2026-08-23T14:36:34Z</dcterms:modified>
</cp:coreProperties>
</file>